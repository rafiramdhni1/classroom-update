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salam, perkenalan diri, lalu sebutkan judul project. Project ini sudah online dan bisa diakses di rapzz.my.id.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presentasi secara singkat: masalah → solusi → cara membuat → hasil →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masalah nyata yang dialami di sekolah. Ini alasan kenapa project ini dibuat.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= apa yang ingin dicapai. Manfaat = dampaknya bagi setiap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tampilan &amp; menu menyesuaikan peran pengguna yang login (role-based access).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singkat: React untuk tampilan, Express untuk API, MongoDB untuk penyimpanan, Docker untuk menjalankan di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request: pengguna → Cloudflare → Nginx → aplikasi Express → MongoDB. Aplikasi juga berkomunikasi dengan Google Classroom dan mengirim Web Push. Bot Telegram berjalan di container terpisah supaya kalau error tidak mengganggu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saat ini: 215 siswa dan sekitar 269 data tugas dari Google Classroom. Password disimpan dalam bentuk hash, bukan teks asli.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gambaran besar urutan pengerjaan. Detail setiap tahap ada di dokumen PANDUAN-DOKUMENTASI-PRESENTASI.md.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login: NIS + password → dicek ke database → jika cocok server memberi token JWT → token dipakai untuk setiap permintaan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Sinkronisasi berjalan otomatis setiap pagi lewat cron. Guru juga bisa membuat tugas langsung dari website dan tugas akan muncul di Google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 berjalan di container terpisah (smk-bot-poll). Selain Telegram, siswa juga bisa menerima notifikasi langsung di HP/browser melalui Web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dashboard siswa: rata-rata nilai, peringkat kelas &amp; angkatan, tugas yang belum dikumpulkan, dan tagihan tugas. Tampilan responsif untuk 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Guru hanya melihat mapel yang diampu. Admin memiliki menu tambahan untuk mengelola sistem.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Catatan: sesuaikan isi tabel dengan hasil uji yang benar-benar Anda lakukan, dan sertakan screenshot buktinya (folder 11-testing).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Dengan Docker, aplikasi berjalan sama persis di laptop maupun server. Saat pindah server, JWT_SECRET dibuat tetap sama sehingga pengguna tidak perlu login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diambil dari hasil build Vite dan log server. Tampilkan screenshot 14-01-build-chunks.png dan skor Lighthouse sebagai bukti jika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AKUN DEMO, bukan akun admin utama. Siapkan video rekaman demo sebagai cadangan jika internet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 manfaat utama, lalu sebutkan rencana pengembangan supaya penguji melihat project ini bisa terus dikembangkan.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Ucapkan terima kasih dan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SI THIN 15\.gemini\antigravity\brain\51f12b7b-fc6d-47f0-adab-1aa02dc4e5d1\cover_hero_17910541722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2344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PRESENTASI PROJECT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Akademik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 TKJ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nilai, peringkat &amp; tagihan tugas yang terintegrasi dengan Google Classroom, Telegram, dan Web Push.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🌐  rapzz.my.id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577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Disusun oleh: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[Nama Anda]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Kelas / Jurusan: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[Kelas] — Teknik Komputer &amp; Jaringan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Yang Akan Dibahas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1883664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83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1865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Masalah yang ingin diselesaikan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883664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83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1865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&amp; Manfaat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Untuk siswa, guru, dan admin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2852928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299923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29809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Fitur &amp; Teknologi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8308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 saja yang bisa dilakukan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2852928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299923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0" y="29809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Arsitektur &amp; Database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sistem tersusun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3968496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012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783080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Pembuatan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83080" y="4453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tahap dari nol sampai online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3968496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0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Aplikasi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0" y="4453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siswa &amp; portal staff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" y="5084064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60120" y="523036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230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783080" y="5212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Pengujian &amp; Deploy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83080" y="5568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Docker, VM, dan domain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09360" y="5084064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92240" y="523036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5230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315200" y="5212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Optimasi &amp; Demo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15200" y="5568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Hasil performa + demo langsung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Masalah yang Kami Temukan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21031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Tersebar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tugas ada di banyak kelas Google Classroom. Siswa sulit melihat rekap nilai semua mapel di satu tempat.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17830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031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Tugas Sering Terlewat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70916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Siswa lupa tenggat, dan orang tua tidak tahu tugas mana yang belum dikumpulkan.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830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66760" y="21031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6676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Rekap Manual Melelahkan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6676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Guru harus menyalin nilai satu per satu ke Excel untuk rekap dan peringkat kelas.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0744200" cy="731520"/>
          </a:xfrm>
          <a:prstGeom prst="roundRect">
            <a:avLst>
              <a:gd name="adj" fmla="val 15000"/>
            </a:avLst>
          </a:prstGeom>
          <a:solidFill>
            <a:srgbClr val="1B2B5C"/>
          </a:solidFill>
          <a:ln w="9525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5440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Solusi: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 website yang otomatis mengumpulkan nilai &amp; tugas, lalu mengingatkan siswa lewat Telegram dan notifikasi HP.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&amp; MANFAAT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Kenapa Sistem Ini Penting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938528"/>
            <a:ext cx="548640" cy="64008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44348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Menyatukan nilai Google Classroom &amp; nilai manual guru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Menampilkan peringkat kelas dan angkatan secara otomatis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Mengingatkan tugas yang belum dikumpulkan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Mempermudah guru merekap &amp; export nilai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Bisa diakses kapan saja lewat HP maupun laptop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97880" y="1737360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1737360"/>
            <a:ext cx="128016" cy="987552"/>
          </a:xfrm>
          <a:prstGeom prst="roundRect">
            <a:avLst>
              <a:gd name="adj" fmla="val 35714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47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Siswa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212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Lihat nilai, peringkat, tugas &amp; tagihan dalam satu dashboard.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97880" y="2880360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2880360"/>
            <a:ext cx="128016" cy="987552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990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Guru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355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nilai, buat tugas ke Classroom, export Excel rapi.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97880" y="4023360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97880" y="4023360"/>
            <a:ext cx="128016" cy="987552"/>
          </a:xfrm>
          <a:prstGeom prst="roundRect">
            <a:avLst>
              <a:gd name="adj" fmla="val 35714"/>
            </a:avLst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133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4498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Kelola data siswa, akun guru, pesan, backup &amp; monitoring.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97880" y="5166360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97880" y="5166360"/>
            <a:ext cx="128016" cy="98755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5276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 Tua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5641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Dapat notifikasi Telegram tentang tugas anak.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FITUR UTAMA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 Sistem, Tiga Peran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73736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847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Siswa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5156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menu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Beranda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Saya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Peringkat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Kotak Pesan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Tugas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Tagihan Tugas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&amp; Akun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73736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47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Guru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0916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menu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8803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Ringkasan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Nilai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Classroom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Buat Tugas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Classroom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73736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C4899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1847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Admin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6676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menu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28803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menu guru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Siswa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Kalender Tugas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Kode Aktivasi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Akun Guru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TEKNOLOGI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 yang Digunakan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6916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69164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14B8A6">
              <a:alpha val="2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1906524"/>
            <a:ext cx="899770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906524"/>
            <a:ext cx="899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18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45890" y="1906524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5890" y="190652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 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40173" y="1906524"/>
            <a:ext cx="1185062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0173" y="1906524"/>
            <a:ext cx="1185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62395" y="1906524"/>
            <a:ext cx="1185062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2395" y="1906524"/>
            <a:ext cx="1185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Router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4618" y="1906524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4618" y="19065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Axios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7578" y="1906524"/>
            <a:ext cx="125638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7578" y="1906524"/>
            <a:ext cx="1256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xlsx-js-style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26060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260604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6366F1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108960" y="2820924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282092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20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88536" y="2820924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88536" y="2820924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6789" y="2820924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6789" y="28209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9749" y="2820924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9749" y="282092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14032" y="2820924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28209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36992" y="2820924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6992" y="2820924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node-cron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45245" y="2820924"/>
            <a:ext cx="82844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45245" y="2820924"/>
            <a:ext cx="828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winston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010851" y="2820924"/>
            <a:ext cx="1113739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10851" y="2820924"/>
            <a:ext cx="11137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7240" y="35204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7240" y="352044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22C55E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108960" y="3735324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735324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7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17213" y="3735324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17213" y="373532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 8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396789" y="3735324"/>
            <a:ext cx="1470355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6789" y="3735324"/>
            <a:ext cx="14703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Indeks &amp; .lean()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77240" y="44348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77240" y="443484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59E0B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4434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3108960" y="4649724"/>
            <a:ext cx="1755648" cy="347472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464972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Classroom API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001768" y="4649724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01768" y="4649724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2.0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110021" y="4649724"/>
            <a:ext cx="1470355" cy="347472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10021" y="4649724"/>
            <a:ext cx="14703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Telegram Bot API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717536" y="4649724"/>
            <a:ext cx="1470355" cy="347472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7536" y="4649724"/>
            <a:ext cx="14703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Push (VAPID)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77240" y="53492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77240" y="534924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C4899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77240" y="5349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Infrastruktur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108960" y="5564124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0" y="556412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003243" y="556412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03243" y="556412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468112" y="5564124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68112" y="55641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Nginx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291072" y="5564124"/>
            <a:ext cx="899770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91072" y="5564124"/>
            <a:ext cx="899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VM Linux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328002" y="5564124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28002" y="556412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Cloudflare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507578" y="5564124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7578" y="5564124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Tailscale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ARSITEKTUR SISTEM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Bagaimana Semua Bagian Terhubung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5224A"/>
          </a:solidFill>
          <a:ln w="9525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Pengguna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Browser &amp; HP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233172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5224A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Cloudflare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&amp; HTTPS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233172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522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Nginx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smk-nginx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21945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5224A"/>
          </a:solidFill>
          <a:ln w="9525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2194560"/>
            <a:ext cx="21488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Aplikasi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API + 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smk-app :5000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95560" y="233172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5224A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95560" y="2331720"/>
            <a:ext cx="14173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smk-mongodb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2880360"/>
            <a:ext cx="502920" cy="914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880360"/>
            <a:ext cx="502920" cy="914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2320" y="2880360"/>
            <a:ext cx="502920" cy="914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2880360"/>
            <a:ext cx="411480" cy="914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45720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5224A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4572000"/>
            <a:ext cx="2103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Classroom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Sinkron tugas &amp; nilai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45720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15224A"/>
          </a:solidFill>
          <a:ln w="9525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Push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Notifikasi HP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45720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1522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 Telegram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smk-bot-poll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95560" y="45720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1522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195560" y="4572000"/>
            <a:ext cx="1417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Telegram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Siswa &amp; Ortu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flipH="1">
            <a:off x="5120640" y="3566160"/>
            <a:ext cx="2743200" cy="100584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7040880" y="3566160"/>
            <a:ext cx="1280160" cy="100584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9509760" y="3429000"/>
            <a:ext cx="1097280" cy="11430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966960" y="5074920"/>
            <a:ext cx="228600" cy="91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komponen di server berjalan sebagai container Docker yang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RANCANGAN 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Koleksi MongoDB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78308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44144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nisn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 (hash)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subjects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googleToken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02152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02152" y="178308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9312" y="244144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nisn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nama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kelas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angkatan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classroomId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7064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27064" y="178308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244144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studentId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51976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51976" y="178308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089136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CourseworkCache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89136" y="244144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courseAlias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dueDate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studentSubmissions[]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397764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397764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EC4899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AdminMessage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6360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kelas/angkatan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expiresAt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02152" y="397764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02152" y="397764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39312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ActivationCode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39312" y="46360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studentId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isUsed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expiresAt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27064" y="397764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27064" y="397764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14B8A6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64224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ChatId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64224" y="46360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chatId Telegram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studentId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isActive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51976" y="397764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51976" y="3977640"/>
            <a:ext cx="2542032" cy="54864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089136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PushSubscription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89136" y="46360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studentId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keys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userAgent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PEMBUATAN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Tahap dari Nol Sampai Online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10058400" cy="0"/>
          </a:xfrm>
          <a:prstGeom prst="line">
            <a:avLst/>
          </a:prstGeom>
          <a:noFill/>
          <a:ln w="31750">
            <a:solidFill>
              <a:srgbClr val="2A3B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kebutuhan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70048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58568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Persiapan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42816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31336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Struktur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15584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558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04104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88352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76872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hak akses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61120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9640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siswa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seed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33888" y="214884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3388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22408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akademik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97280" y="4572000"/>
            <a:ext cx="10058400" cy="0"/>
          </a:xfrm>
          <a:prstGeom prst="line">
            <a:avLst/>
          </a:prstGeom>
          <a:noFill/>
          <a:ln w="31750">
            <a:solidFill>
              <a:srgbClr val="2A3B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5800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Classroom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670048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258568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Telegram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Push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42816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281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831336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815584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404104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Fitur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388352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976872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Pengujian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lokal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961120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49640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533888" y="4251960"/>
            <a:ext cx="640080" cy="640080"/>
          </a:xfrm>
          <a:prstGeom prst="ellipse">
            <a:avLst/>
          </a:prstGeom>
          <a:solidFill>
            <a:srgbClr val="0B1530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33888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122408" y="50017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 VM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domain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77240" y="5669280"/>
            <a:ext cx="10744200" cy="548640"/>
          </a:xfrm>
          <a:prstGeom prst="roundRect">
            <a:avLst>
              <a:gd name="adj" fmla="val 20000"/>
            </a:avLst>
          </a:prstGeom>
          <a:solidFill>
            <a:srgbClr val="1B2B5C"/>
          </a:solidFill>
          <a:ln w="9525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05840" y="5669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 15 → </a:t>
            </a:r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Optimasi performa &amp; pemeliharaan rutin (backup otomatis, update fitur, monitoring).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 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API &amp; Keamanan Login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56232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856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1801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13055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Kartu akses setelah login, user tetap masuk tanpa login ulang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633472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2752344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52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26974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Hash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02666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 diacak sebelum disimpan, tidak bisa dibaca siapa pun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529584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648456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48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3593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Middleware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39227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auth, staffOnly, adminOnly membatasi akses menu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4425696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54456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544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4489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48188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Mencegah percobaan login berulang (brute force)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321808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544068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440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00200" y="53858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Validasi zod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00200" y="571500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dari pengguna dicek sebelum diproses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1737360"/>
            <a:ext cx="4983480" cy="4434840"/>
          </a:xfrm>
          <a:prstGeom prst="roundRect">
            <a:avLst>
              <a:gd name="adj" fmla="val 2474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537960" y="1737360"/>
            <a:ext cx="4983480" cy="4434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Tempel screenshot di sini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04-04-login-network.png / 03-03-server-js.png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 INTEGRASI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Sinkronisasi Google Classroom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35608" y="1965960"/>
            <a:ext cx="640080" cy="548640"/>
          </a:xfrm>
          <a:prstGeom prst="roundRect">
            <a:avLst>
              <a:gd name="adj" fmla="val 23333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Hubungkan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Guru login Google &amp; beri izin (OAuth)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624328"/>
            <a:ext cx="228600" cy="914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71800" y="17830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30168" y="1965960"/>
            <a:ext cx="640080" cy="548640"/>
          </a:xfrm>
          <a:prstGeom prst="roundRect">
            <a:avLst>
              <a:gd name="adj" fmla="val 23333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6324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Ambil Kelas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Daftar course &amp; roster siswa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24328"/>
            <a:ext cx="228600" cy="914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17830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24728" y="1965960"/>
            <a:ext cx="640080" cy="548640"/>
          </a:xfrm>
          <a:prstGeom prst="roundRect">
            <a:avLst>
              <a:gd name="adj" fmla="val 23333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Ambil Tugas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Coursework + pengumpulan siswa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2624328"/>
            <a:ext cx="228600" cy="914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60920" y="17830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19288" y="1965960"/>
            <a:ext cx="640080" cy="548640"/>
          </a:xfrm>
          <a:prstGeom prst="roundRect">
            <a:avLst>
              <a:gd name="adj" fmla="val 23333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5236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Cocokkan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5236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Siswa Classroom ↔ data sekolah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26880" y="2624328"/>
            <a:ext cx="228600" cy="914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555480" y="17830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13848" y="1965960"/>
            <a:ext cx="640080" cy="548640"/>
          </a:xfrm>
          <a:prstGeom prst="roundRect">
            <a:avLst>
              <a:gd name="adj" fmla="val 23333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13848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46920" y="2587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Simpan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4692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Masuk ke CourseworkCache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" y="3749040"/>
            <a:ext cx="5257800" cy="2423160"/>
          </a:xfrm>
          <a:prstGeom prst="roundRect">
            <a:avLst>
              <a:gd name="adj" fmla="val 4528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7240" y="3749040"/>
            <a:ext cx="5257800" cy="2423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Tempel screenshot di sini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07-03-terhubung.png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6263640" y="3749040"/>
            <a:ext cx="5257800" cy="2423160"/>
          </a:xfrm>
          <a:prstGeom prst="roundRect">
            <a:avLst>
              <a:gd name="adj" fmla="val 4528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263640" y="3749040"/>
            <a:ext cx="5257800" cy="2423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Tempel screenshot di sini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07-05-buat-tugas.png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TAHAP NOTIFIKASI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Telegram Bot &amp; Web Push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938528"/>
            <a:ext cx="548640" cy="64008"/>
          </a:xfrm>
          <a:prstGeom prst="roundRect">
            <a:avLst>
              <a:gd name="adj" fmla="val 42857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Alur Aktivasi Telegram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05840" y="26517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membuat kode aktivasi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310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310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Kode dibagikan ke siswa / orang tua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39684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39684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Kode dikirim ke bot Telegram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6268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4626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 memverifikasi &amp; menyimpan chatId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" y="52852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4592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Notifikasi tugas dikirim setiap sore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73736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172200" y="1737360"/>
            <a:ext cx="2560320" cy="4434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HP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08-02-aktivasi-bot.png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961120" y="173736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961120" y="1737360"/>
            <a:ext cx="2560320" cy="4434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HP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08-04-web-push.png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APLIKASI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Siswa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760720" cy="3611880"/>
          </a:xfrm>
          <a:prstGeom prst="roundRect">
            <a:avLst>
              <a:gd name="adj" fmla="val 3038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1737360"/>
            <a:ext cx="57607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Beranda (desktop)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09-06-siswa-beranda.png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2286000" cy="3611880"/>
          </a:xfrm>
          <a:prstGeom prst="roundRect">
            <a:avLst>
              <a:gd name="adj" fmla="val 4800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766560" y="1737360"/>
            <a:ext cx="228600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 HP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09-12-siswa-hp.png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235440" y="1737360"/>
            <a:ext cx="2286000" cy="3611880"/>
          </a:xfrm>
          <a:prstGeom prst="roundRect">
            <a:avLst>
              <a:gd name="adj" fmla="val 4800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235440" y="1737360"/>
            <a:ext cx="228600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Tugas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09-09-siswa-tugas.png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77240" y="5623560"/>
            <a:ext cx="82844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23560"/>
            <a:ext cx="828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Beranda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42846" y="5623560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42846" y="56235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Saya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2422" y="5623560"/>
            <a:ext cx="971093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2422" y="5623560"/>
            <a:ext cx="971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Peringkat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30675" y="5623560"/>
            <a:ext cx="1113739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0675" y="5623560"/>
            <a:ext cx="11137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Kotak Pesan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81574" y="5623560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1574" y="56235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Tugas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04534" y="5623560"/>
            <a:ext cx="125638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4534" y="5623560"/>
            <a:ext cx="1256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Tagihan Tugas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5623560"/>
            <a:ext cx="125638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5623560"/>
            <a:ext cx="1256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&amp; Akun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91626" y="5623560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1626" y="56235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 Gelap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APLIKASI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Guru &amp; Admin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1737360"/>
            <a:ext cx="525780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Ringkasan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09-14-staff-ringkasan.png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2514600" cy="1719072"/>
          </a:xfrm>
          <a:prstGeom prst="roundRect">
            <a:avLst>
              <a:gd name="adj" fmla="val 6383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263640" y="1737360"/>
            <a:ext cx="2514600" cy="17190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Nilai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09-15-staff-input-nilai.png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006840" y="1737360"/>
            <a:ext cx="2514600" cy="1719072"/>
          </a:xfrm>
          <a:prstGeom prst="roundRect">
            <a:avLst>
              <a:gd name="adj" fmla="val 6383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006840" y="1737360"/>
            <a:ext cx="2514600" cy="17190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10-03-hasil-excel.png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63640" y="3630168"/>
            <a:ext cx="2514600" cy="1719072"/>
          </a:xfrm>
          <a:prstGeom prst="roundRect">
            <a:avLst>
              <a:gd name="adj" fmla="val 6383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63640" y="3630168"/>
            <a:ext cx="2514600" cy="17190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Kalender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09-17-staff-kalender.png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06840" y="3630168"/>
            <a:ext cx="2514600" cy="1719072"/>
          </a:xfrm>
          <a:prstGeom prst="roundRect">
            <a:avLst>
              <a:gd name="adj" fmla="val 6383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006840" y="3630168"/>
            <a:ext cx="2514600" cy="17190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10-07-monitoring.png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77240" y="5623560"/>
            <a:ext cx="1113739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23560"/>
            <a:ext cx="11137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Nilai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28139" y="5623560"/>
            <a:ext cx="1399032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8139" y="5623560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Classroom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4331" y="5623560"/>
            <a:ext cx="1185062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4331" y="5623560"/>
            <a:ext cx="1185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86554" y="5623560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6554" y="56235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Buat Tugas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66130" y="5623560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6130" y="56235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Siswa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45706" y="5623560"/>
            <a:ext cx="125638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5706" y="5623560"/>
            <a:ext cx="1256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Kode Aktivasi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39251" y="562356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9251" y="562356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33534" y="5623560"/>
            <a:ext cx="1042416" cy="347472"/>
          </a:xfrm>
          <a:prstGeom prst="roundRect">
            <a:avLst>
              <a:gd name="adj" fmla="val 50000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3534" y="562356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PENGUJIAN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Hasil Uji Fungsional (Black Box)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107442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3291840"/>
                <a:gridCol w="365760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Fitur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Skenario Uji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Hasil yang Diharapkan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Status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Login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NIS &amp; password benar / salah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Masuk dashboard / muncul pesan error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Hak akses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Siswa membuka halaman /admin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Dialihkan ke dashboard siswa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Dashboard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Membuka beranda siswa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Nilai, peringkat &amp; tugas tampil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Sinkron Classroom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Guru klik sinkronisasi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Tugas &amp; nilai terbaru masuk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Export Excel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Export nilai satu kelas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File .xlsx rapi terunduh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Notifikasi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Aktivasi kode di bot Telegram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Bot membalas &amp; menyimpan chatId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Responsif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Dibuka di HP &amp; laptop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Tampilan menyesuaikan layar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Berhasil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Docker, VM &amp; Domain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938528"/>
            <a:ext cx="548640" cy="64008"/>
          </a:xfrm>
          <a:prstGeom prst="roundRect">
            <a:avLst>
              <a:gd name="adj" fmla="val 42857"/>
            </a:avLst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 di Server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05840" y="265176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1C3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" y="2843784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+ React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" y="3328416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1C3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" y="352044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smk-mongodb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5840" y="4005072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1C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" y="419709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smk-nginx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server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05840" y="468172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1C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487375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4681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smk-bot-poll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 Telegram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5840" y="5358384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0F1C3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" y="5550408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1463040" y="53583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smk-certbot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53583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Sertifikat SSL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29400" y="173736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1865376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17373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image dengan Dockerfile multi-stage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629400" y="2633472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2761488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2761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263347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Kirim kode ke VM (/opt/classroom-update)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3529584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3657600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657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06640" y="352958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 compose up -d --build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629400" y="4425696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0" y="455371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553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406640" y="442569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Arahkan domain rapzz.my.id lewat Cloudflare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629400" y="5321808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66560" y="5449824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C4899">
              <a:alpha val="2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5449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406640" y="53218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Cek /api/health → status: ok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OPTIMASI PERFORMA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Lebih Cepat, Lebih Ringan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057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MB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KB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Ukuran JavaScript awal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splitting + lazy loading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02152" y="178308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02152" y="2057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4,4 dtk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02152" y="2514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02152" y="28346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5 ms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39312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Daftar kelas Classroom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39312" y="42519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Cache di memori 2 menit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27064" y="178308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27064" y="2057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2514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28346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15–30%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364224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Ukuran data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64224" y="42519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Kompresi gzip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51976" y="178308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51976" y="2057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O(N×M)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51976" y="2514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51976" y="28346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O(N+M)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089136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Perhitungan peringkat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89136" y="425196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Algoritma Map + indeks DB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5303520"/>
            <a:ext cx="10744200" cy="868680"/>
          </a:xfrm>
          <a:prstGeom prst="roundRect">
            <a:avLst>
              <a:gd name="adj" fmla="val 12632"/>
            </a:avLst>
          </a:prstGeom>
          <a:solidFill>
            <a:srgbClr val="1B2B5C"/>
          </a:solidFill>
          <a:ln w="9525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" y="5303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Bonus: </a:t>
            </a:r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aset statis di-cache browser selama 1 tahun (immutable), library Excel 600 KB hanya diunduh guru saat export, dan query database memakai indeks + .lean().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LANGSUNG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Coba Sekarang!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6766560" cy="4434840"/>
          </a:xfrm>
          <a:prstGeom prst="roundRect">
            <a:avLst>
              <a:gd name="adj" fmla="val 2474"/>
            </a:avLst>
          </a:prstGeom>
          <a:solidFill>
            <a:srgbClr val="1B2B5C"/>
          </a:solidFill>
          <a:ln w="9525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103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Buka di browser / HP: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rapzz.my.id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2179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sebagai siswa → Beranda, Nilai, Peringkat, Tagihan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sebagai guru → Input Nilai &amp; Export Excel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Tunjukkan notifikasi Telegram di HP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F1C3F"/>
          </a:solidFill>
          <a:ln w="15875">
            <a:solidFill>
              <a:srgbClr val="6366F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863840" y="1737360"/>
            <a:ext cx="3657600" cy="4434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▣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Tempat QR Code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Canva → Apps → "QR Code" → isi https://rapzz.my.id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365760"/>
            <a:ext cx="2011680" cy="20116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PENUTUP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Kesimpulan &amp; Pengembangan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2A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Informasi Akademik SMK TKJ  •  rapzz.my.id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938528"/>
            <a:ext cx="548640" cy="64008"/>
          </a:xfrm>
          <a:prstGeom prst="roundRect">
            <a:avLst>
              <a:gd name="adj" fmla="val 42857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Kesimpulan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48006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Nilai Classroom &amp; nilai manual tersatukan dalam satu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Siswa lebih mudah memantau nilai, peringkat, dan tugas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Guru terbantu dengan rekap &amp; export Excel otomatis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sudah online, aman (JWT + hash), dan cepat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73736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5224A"/>
          </a:solidFill>
          <a:ln w="9525">
            <a:solidFill>
              <a:srgbClr val="2A3B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938528"/>
            <a:ext cx="548640" cy="64008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Pengembangan Berikutnya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48006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Aplikasi mobile (PWA terpasang di HP)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khusus orang tua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Absensi &amp; jadwal pelajaran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Cetak rapor otomatis (PDF)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Grafik perkembangan nilai per semester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SI THIN 15\.gemini\antigravity\brain\51f12b7b-fc6d-47f0-adab-1aa02dc4e5d1\cover_hero_17910541722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3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194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Terima Kasih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Sesi Tanya Jawab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[Nama Anda]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[Kelas] — Teknik Komputer &amp; Jaringan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rapzz.my.id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Informasi Akademik SMK TKJ</dc:title>
  <dc:subject>PptxGenJS Presentation</dc:subject>
  <dc:creator>[Nama Anda]</dc:creator>
  <cp:lastModifiedBy>[Nama Anda]</cp:lastModifiedBy>
  <cp:revision>1</cp:revision>
  <dcterms:created xsi:type="dcterms:W3CDTF">2026-10-03T19:19:15Z</dcterms:created>
  <dcterms:modified xsi:type="dcterms:W3CDTF">2026-10-03T19:19:15Z</dcterms:modified>
</cp:coreProperties>
</file>